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F9C0DC8-8695-44AA-81BC-130801D3200F}">
          <p14:sldIdLst>
            <p14:sldId id="256"/>
            <p14:sldId id="257"/>
            <p14:sldId id="258"/>
            <p14:sldId id="259"/>
            <p14:sldId id="260"/>
          </p14:sldIdLst>
        </p14:section>
        <p14:section name="diagram" id="{F4DE39B0-906F-4E0B-9230-C67D56427725}">
          <p14:sldIdLst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 varScale="1">
        <p:scale>
          <a:sx n="45" d="100"/>
          <a:sy n="45" d="100"/>
        </p:scale>
        <p:origin x="53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02801-C9A3-068C-6AF2-F26B910A7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666" y="1964266"/>
            <a:ext cx="9940925" cy="1253067"/>
          </a:xfrm>
        </p:spPr>
        <p:txBody>
          <a:bodyPr/>
          <a:lstStyle/>
          <a:p>
            <a:r>
              <a:rPr lang="en-US" b="1" dirty="0"/>
              <a:t>Coffee sales data analysis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30F5BC-86D1-E11A-E066-43199EAE9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1875" y="3217333"/>
            <a:ext cx="7501467" cy="1405467"/>
          </a:xfrm>
        </p:spPr>
        <p:txBody>
          <a:bodyPr/>
          <a:lstStyle/>
          <a:p>
            <a:r>
              <a:rPr lang="en-US" b="1" dirty="0"/>
              <a:t>Data analytics project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78003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6EBFF-ABE3-189B-3461-181DDD8FC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/>
              <a:t>Problem statement</a:t>
            </a:r>
            <a:endParaRPr lang="en-IN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8C7F5-76E3-7B12-1650-54A12ED52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909233"/>
            <a:ext cx="10131425" cy="3039533"/>
          </a:xfrm>
        </p:spPr>
        <p:txBody>
          <a:bodyPr>
            <a:normAutofit/>
          </a:bodyPr>
          <a:lstStyle/>
          <a:p>
            <a:r>
              <a:rPr lang="en-US" sz="2400" b="1" dirty="0"/>
              <a:t>Challenge:</a:t>
            </a:r>
            <a:r>
              <a:rPr lang="en-US" sz="2400" dirty="0"/>
              <a:t> Coffee shop lacks insights into sales patterns and revenue drivers</a:t>
            </a:r>
          </a:p>
          <a:p>
            <a:r>
              <a:rPr lang="en-US" sz="2400" b="1" dirty="0"/>
              <a:t>Data Available:</a:t>
            </a:r>
            <a:r>
              <a:rPr lang="en-US" sz="2400" dirty="0"/>
              <a:t> 4,000+ transactions spanning 9 months (March-Dec 2024)</a:t>
            </a:r>
          </a:p>
          <a:p>
            <a:r>
              <a:rPr lang="en-US" sz="2400" b="1" dirty="0"/>
              <a:t>Goal:</a:t>
            </a:r>
            <a:r>
              <a:rPr lang="en-US" sz="2400" dirty="0"/>
              <a:t> Build predictive model to forecast prices and optimize operations</a:t>
            </a:r>
          </a:p>
          <a:p>
            <a:r>
              <a:rPr lang="en-US" sz="2400" b="1" dirty="0"/>
              <a:t>Impact:</a:t>
            </a:r>
            <a:r>
              <a:rPr lang="en-US" sz="2400" dirty="0"/>
              <a:t> Enable data-driven inventory and staffing decisions</a:t>
            </a:r>
            <a:br>
              <a:rPr lang="en-US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79214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37B04-00E7-F5A8-D604-76AC1EA0D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/>
              <a:t>Project overview</a:t>
            </a:r>
            <a:endParaRPr lang="en-IN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68E4A-35CD-B3A0-040D-DE4BCE9C1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Comprehensive analysis of coffee sales data spanning March to December 2024</a:t>
            </a:r>
          </a:p>
          <a:p>
            <a:r>
              <a:rPr lang="en-US" sz="2400" dirty="0"/>
              <a:t>Dataset includes 4,000+ transactions with temporal and product attributes</a:t>
            </a:r>
          </a:p>
          <a:p>
            <a:r>
              <a:rPr lang="en-US" sz="2400" dirty="0"/>
              <a:t>Goal: Build predictive model to forecast sales prices</a:t>
            </a:r>
          </a:p>
          <a:p>
            <a:r>
              <a:rPr lang="en-US" sz="2400" dirty="0"/>
              <a:t>Apply machine learning for business intelligence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8917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6A577-5113-3F5A-069D-F77A2BE1E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/>
              <a:t>methodology</a:t>
            </a:r>
            <a:endParaRPr lang="en-IN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27024-F82F-8742-D6FE-4DF5886F9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3429000"/>
          </a:xfrm>
        </p:spPr>
        <p:txBody>
          <a:bodyPr/>
          <a:lstStyle/>
          <a:p>
            <a:r>
              <a:rPr lang="en-US" sz="2400" b="1" dirty="0"/>
              <a:t>Data Cleaning:</a:t>
            </a:r>
            <a:r>
              <a:rPr lang="en-US" sz="2400" dirty="0"/>
              <a:t> Handle missing values and remove duplicates</a:t>
            </a:r>
          </a:p>
          <a:p>
            <a:r>
              <a:rPr lang="en-US" sz="2400" b="1" dirty="0"/>
              <a:t>Feature Engineering:</a:t>
            </a:r>
            <a:r>
              <a:rPr lang="en-US" sz="2400" dirty="0"/>
              <a:t> Create new temporal features and encode categorical variables</a:t>
            </a:r>
          </a:p>
          <a:p>
            <a:r>
              <a:rPr lang="en-US" sz="2400" b="1" dirty="0"/>
              <a:t>Model Training:</a:t>
            </a:r>
            <a:r>
              <a:rPr lang="en-US" sz="2400" dirty="0"/>
              <a:t> Random Forest Regressor with 100 estimators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6767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40FAB-63AC-105D-A15E-5096B5B49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/>
              <a:t>Technology and tools</a:t>
            </a:r>
            <a:endParaRPr lang="en-IN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F7E06-AADA-FD6D-9E0B-E6FC36343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/>
              <a:t>Languages:</a:t>
            </a:r>
            <a:r>
              <a:rPr lang="en-IN" sz="2400"/>
              <a:t> Python 3.x</a:t>
            </a:r>
          </a:p>
          <a:p>
            <a:r>
              <a:rPr lang="en-IN" sz="2400" b="1"/>
              <a:t>Libraries:</a:t>
            </a:r>
            <a:r>
              <a:rPr lang="en-IN" sz="2400"/>
              <a:t> Pandas, NumPy, Scikit-learn, Matplotlib, Seaborn</a:t>
            </a:r>
          </a:p>
          <a:p>
            <a:r>
              <a:rPr lang="en-IN" sz="2400" b="1"/>
              <a:t>Platform:</a:t>
            </a:r>
            <a:r>
              <a:rPr lang="en-IN" sz="2400"/>
              <a:t> Jupyter Notebooks, VS Code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8741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124125-AE8E-8B2E-1542-FF6363F65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1" y="1066801"/>
            <a:ext cx="4709054" cy="576262"/>
          </a:xfrm>
        </p:spPr>
        <p:txBody>
          <a:bodyPr/>
          <a:lstStyle/>
          <a:p>
            <a:pPr algn="ctr"/>
            <a:r>
              <a:rPr lang="en-US" sz="4400" b="1" dirty="0"/>
              <a:t>workflow</a:t>
            </a:r>
            <a:endParaRPr lang="en-IN" sz="4400" b="1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321CC38-3859-BB04-210A-A524678A0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1" y="2260601"/>
            <a:ext cx="4996923" cy="2920998"/>
          </a:xfrm>
        </p:spPr>
        <p:txBody>
          <a:bodyPr/>
          <a:lstStyle/>
          <a:p>
            <a:r>
              <a:rPr lang="en-IN" b="1" dirty="0"/>
              <a:t> Data Cleaning</a:t>
            </a:r>
          </a:p>
          <a:p>
            <a:r>
              <a:rPr lang="en-IN" b="1" dirty="0"/>
              <a:t>Exploratory Data Analysis (EDA)</a:t>
            </a:r>
          </a:p>
          <a:p>
            <a:r>
              <a:rPr lang="en-IN" b="1" dirty="0"/>
              <a:t> Feature Engineering</a:t>
            </a:r>
          </a:p>
          <a:p>
            <a:r>
              <a:rPr lang="en-IN" b="1" dirty="0"/>
              <a:t>Model Development &amp; Training</a:t>
            </a:r>
          </a:p>
          <a:p>
            <a:r>
              <a:rPr lang="en-IN" b="1" dirty="0"/>
              <a:t> Model Evaluation</a:t>
            </a:r>
          </a:p>
          <a:p>
            <a:r>
              <a:rPr lang="en-IN" b="1" dirty="0"/>
              <a:t>Documentation &amp; Delivery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endParaRPr lang="en-IN" b="1" dirty="0"/>
          </a:p>
          <a:p>
            <a:endParaRPr lang="en-IN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F7F4EB6-1D3C-A6AC-4196-8BD00E44E3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73503" y="1066801"/>
            <a:ext cx="4709053" cy="576262"/>
          </a:xfrm>
        </p:spPr>
        <p:txBody>
          <a:bodyPr/>
          <a:lstStyle/>
          <a:p>
            <a:pPr algn="ctr"/>
            <a:r>
              <a:rPr lang="en-US" sz="4000" b="1" dirty="0"/>
              <a:t>Flow Diagram</a:t>
            </a:r>
            <a:endParaRPr lang="en-IN" sz="4000" b="1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9E3091C8-6F54-9E0E-601A-9CFA87D187F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830097" y="2025668"/>
            <a:ext cx="4995863" cy="2806664"/>
          </a:xfrm>
        </p:spPr>
      </p:pic>
    </p:spTree>
    <p:extLst>
      <p:ext uri="{BB962C8B-B14F-4D97-AF65-F5344CB8AC3E}">
        <p14:creationId xmlns:p14="http://schemas.microsoft.com/office/powerpoint/2010/main" val="894223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65FC5-B416-8EF4-C378-94BA5C386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/>
              <a:t>Expected outcome</a:t>
            </a:r>
            <a:endParaRPr lang="en-IN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A09EC-CE13-6EA9-44F0-9F1A3B8B6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37267"/>
            <a:ext cx="10131425" cy="3649133"/>
          </a:xfrm>
        </p:spPr>
        <p:txBody>
          <a:bodyPr/>
          <a:lstStyle/>
          <a:p>
            <a:r>
              <a:rPr lang="en-US" sz="2400" dirty="0"/>
              <a:t>Predictive model with high R² score and low MAE</a:t>
            </a:r>
          </a:p>
          <a:p>
            <a:r>
              <a:rPr lang="en-US" sz="2400" dirty="0"/>
              <a:t>Visual insights into sales patterns and customer behavior</a:t>
            </a:r>
          </a:p>
          <a:p>
            <a:r>
              <a:rPr lang="en-US" sz="2400" dirty="0"/>
              <a:t>Feature importance rankings for decision-making</a:t>
            </a:r>
          </a:p>
          <a:p>
            <a:r>
              <a:rPr lang="en-US" sz="2400" dirty="0"/>
              <a:t>Actionable recommendations for business operations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763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16848-9129-EC38-212C-1DB67D6B6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/>
              <a:t>conclusion</a:t>
            </a:r>
            <a:endParaRPr lang="en-IN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E2E35-B21B-B03B-1621-8204C11BF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Data Insights:</a:t>
            </a:r>
            <a:r>
              <a:rPr lang="en-US" sz="2400" dirty="0"/>
              <a:t> Identified top-performing products and peak sales periods through systematic analysis</a:t>
            </a:r>
          </a:p>
          <a:p>
            <a:r>
              <a:rPr lang="en-US" sz="2400" b="1" dirty="0"/>
              <a:t>Predictive Model:</a:t>
            </a:r>
            <a:r>
              <a:rPr lang="en-US" sz="2400" dirty="0"/>
              <a:t> Built Random Forest regressor achieving 80%+ accuracy for reliable sales forecasting</a:t>
            </a:r>
          </a:p>
          <a:p>
            <a:r>
              <a:rPr lang="en-US" sz="2400" b="1" dirty="0"/>
              <a:t>Business Value:</a:t>
            </a:r>
            <a:r>
              <a:rPr lang="en-US" sz="2400" dirty="0"/>
              <a:t> Enables inventory optimization, targeted promotions, and data-driven operational decisions</a:t>
            </a:r>
          </a:p>
          <a:p>
            <a:r>
              <a:rPr lang="en-US" sz="2400" b="1" dirty="0"/>
              <a:t>Strategic Impact:</a:t>
            </a:r>
            <a:r>
              <a:rPr lang="en-US" sz="2400" dirty="0"/>
              <a:t> Establishes foundation for improved profitability, customer satisfaction, and business planning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8700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A5554-4FAD-F043-C800-756228E1B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2540000"/>
            <a:ext cx="4114800" cy="1456267"/>
          </a:xfrm>
        </p:spPr>
        <p:txBody>
          <a:bodyPr>
            <a:normAutofit/>
          </a:bodyPr>
          <a:lstStyle/>
          <a:p>
            <a:r>
              <a:rPr lang="en-US" sz="6000" b="1" dirty="0"/>
              <a:t>Thank you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6572539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{8583198A-C813-4EB6-80B2-08A936E5E476}tf03457452</Template>
  <TotalTime>58</TotalTime>
  <Words>265</Words>
  <Application>Microsoft Office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Celestial</vt:lpstr>
      <vt:lpstr>Coffee sales data analysis</vt:lpstr>
      <vt:lpstr>Problem statement</vt:lpstr>
      <vt:lpstr>Project overview</vt:lpstr>
      <vt:lpstr>methodology</vt:lpstr>
      <vt:lpstr>Technology and tools</vt:lpstr>
      <vt:lpstr>PowerPoint Presentation</vt:lpstr>
      <vt:lpstr>Expected outcome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Himaja Mahesh</dc:creator>
  <cp:lastModifiedBy>Himaja Mahesh</cp:lastModifiedBy>
  <cp:revision>1</cp:revision>
  <dcterms:created xsi:type="dcterms:W3CDTF">2025-11-27T11:05:33Z</dcterms:created>
  <dcterms:modified xsi:type="dcterms:W3CDTF">2025-11-27T12:03:48Z</dcterms:modified>
</cp:coreProperties>
</file>